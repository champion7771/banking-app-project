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0" autoAdjust="0"/>
    <p:restoredTop sz="94648" autoAdjust="0"/>
  </p:normalViewPr>
  <p:slideViewPr>
    <p:cSldViewPr snapToGrid="0" snapToObjects="1">
      <p:cViewPr varScale="1">
        <p:scale>
          <a:sx n="86" d="100"/>
          <a:sy n="86" d="100"/>
        </p:scale>
        <p:origin x="-608" y="-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596D6-3537-4281-B8DA-292A851D4A46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AEF4A-528E-485B-8844-A25EB2D75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Banking App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Digital Banking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2004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Node.js  ·  MongoDB  ·  Socket.io  ·  TypeScript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github.com/Champion7771/banking-app-project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full-stack banking web application that simulates real-world banking operations including user auth, money transfer, and admin oversight.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898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production-ready backend architecture with JWT auth, real-time notifications, fraud detection, and role-based access control.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deployed on Vercel. Backend server runs with Express + TypeScript. Database hosted on MongoDB Atlas.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101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 detection, Socket.io real-time alerts, rate limiting, token rotation, account freeze/block controls.</a:t>
            </a:r>
            <a:endParaRPr lang="en-US" sz="11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 tool)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411480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23444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ts-node-dev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(JWT)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(hashing)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(validation)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411480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77724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804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23444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Auth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Proxy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+ TSC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560320" cy="77724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/ Browser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Redux + Vite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207008"/>
            <a:ext cx="10972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840480" y="822960"/>
            <a:ext cx="2560320" cy="77724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207008"/>
            <a:ext cx="10058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406640" y="822960"/>
            <a:ext cx="1554480" cy="777240"/>
          </a:xfrm>
          <a:prstGeom prst="rect">
            <a:avLst/>
          </a:prstGeom>
          <a:solidFill>
            <a:srgbClr val="0169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896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1170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0" y="1600200"/>
            <a:ext cx="0" cy="457200"/>
          </a:xfrm>
          <a:prstGeom prst="line">
            <a:avLst/>
          </a:prstGeom>
          <a:noFill/>
          <a:ln w="25400">
            <a:solidFill>
              <a:srgbClr val="F0C04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297680" y="2057400"/>
            <a:ext cx="1645920" cy="685800"/>
          </a:xfrm>
          <a:prstGeom prst="rect">
            <a:avLst/>
          </a:prstGeom>
          <a:solidFill>
            <a:srgbClr val="8B691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404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880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" y="32461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3246120"/>
            <a:ext cx="1600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310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83080" y="3493008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2461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3246120"/>
            <a:ext cx="1600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1965960" y="3310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3493008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2461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3246120"/>
            <a:ext cx="1600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310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7800" y="3493008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32461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5394960" y="3246120"/>
            <a:ext cx="1600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3310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95160" y="3493008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32461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0" y="3246120"/>
            <a:ext cx="1600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33101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82880" y="3886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Groups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82880" y="4251960"/>
            <a:ext cx="42976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4592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Refresh · Logout · Profile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4617720"/>
            <a:ext cx="42976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/api/transactions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0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 · Transaction History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251960"/>
            <a:ext cx="42976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828032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Notifications · Mark Read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617720"/>
            <a:ext cx="42976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Analytics · Block · Freeze · Delete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77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validates body · bcryptjs hashes password · JWT tokens issued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007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token: 15 min lifetime · Refresh token: 7 days in 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523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Storage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Secure + SameSite=None prevents XSS &amp; CSRF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432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refresh: old token deleted, new pair issued atomically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0" cy="36576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169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deleted from DB · Both cookies cleared immediately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777240"/>
            <a:ext cx="379476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5074920" y="777240"/>
            <a:ext cx="3794760" cy="365760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795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66360" y="123444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5285232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1472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on all public routes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182880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guards admin vs user routes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66360" y="242316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5285232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2660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ProtectedRoute + AdminRoute wrappers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66360" y="301752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5285232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5232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with salt rounds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61188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5285232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85232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on every request body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66360" y="420624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5285232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Blacklisting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4443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stored &amp; verified in DB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Fraud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 amount &amp; receiver email (Zod)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sender balance is sufficient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account is not blocked/frozen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Detect suspicious patterns (IP, device, agent)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Debit sender · Credit receiver atomically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 transaction with metadata (IP, device)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Send real-time Socket.io notification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Return success / failure response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97680" cy="1828800"/>
          </a:xfrm>
          <a:prstGeom prst="rect">
            <a:avLst/>
          </a:prstGeom>
          <a:solidFill>
            <a:srgbClr val="3B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777240"/>
            <a:ext cx="429768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7955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Fraud Detection Logic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20700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logged per transaction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User-Agent fingerprinting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flag stored on transaction record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recorded for admin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429768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697480"/>
            <a:ext cx="4297680" cy="347472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715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Schema Fields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 / receiver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0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 refs to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(required)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6656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"success" | "failed"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ipAddress / device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strings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isSuspicious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suspiciousReason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0" y="4553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explanation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Controls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6596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4872" y="822960"/>
            <a:ext cx="196596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78024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78024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81144" y="822960"/>
            <a:ext cx="1965960" cy="1005840"/>
          </a:xfrm>
          <a:prstGeom prst="rect">
            <a:avLst/>
          </a:prstGeom>
          <a:solidFill>
            <a:srgbClr val="8B6914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4296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57416" y="822960"/>
            <a:ext cx="1965960" cy="10058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0568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0568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Actions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2331720"/>
            <a:ext cx="8686800" cy="320040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651760"/>
            <a:ext cx="868680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679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26791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2679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users sorted by creation 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8686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953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User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29535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/api/admin/:id/block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isBlocked = true · Prevents login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200400"/>
            <a:ext cx="868680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227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User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32278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/api/admin/:id/unblock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2278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isBlocked = false · Restores access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474720"/>
            <a:ext cx="8686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5021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Account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35021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/api/admin/:id/freeze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502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isFrozen = true · Stops transactions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749040"/>
            <a:ext cx="868680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776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Account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31720" y="3776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/api/admin/:id/unfreeze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37764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isFrozen = false · Restores transfers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023360"/>
            <a:ext cx="8686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050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331720" y="40507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/api/admin/:id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4050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removes user record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297680"/>
            <a:ext cx="868680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325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3172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/api/admin/transactions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74920" y="4325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sender &amp; receiver details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4572000"/>
            <a:ext cx="86868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45994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331720" y="45994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/api/admin/analytics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4920" y="4599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transactions, revenue, active count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5603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777240"/>
            <a:ext cx="25603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AdminDashboard.tsx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Contact.tsx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777240"/>
            <a:ext cx="25603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777240"/>
            <a:ext cx="2560320" cy="347472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804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170432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FeatureCard.tsx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TransactionCard.tsx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ui/Button.tsx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ui/Card.tsx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ui/Input.tsx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777240"/>
            <a:ext cx="3291840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777240"/>
            <a:ext cx="3291840" cy="3474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804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17043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authSlice — user, token, isAuthenticated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transactionSlice — history, loading, error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store.ts — combined reducer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834640"/>
            <a:ext cx="329184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2834640"/>
            <a:ext cx="329184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862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22783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AppRoutes.tsx — main route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ProtectedRoute.tsx — auth guard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AdminRoute.tsx — role guard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axios.ts — base URL + credentials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page transitions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(Socket.io)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377440" cy="6858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789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Transfer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914400"/>
            <a:ext cx="2377440" cy="6858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56432" y="10789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Processes Tx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914400"/>
            <a:ext cx="2377440" cy="685800"/>
          </a:xfrm>
          <a:prstGeom prst="rect">
            <a:avLst/>
          </a:prstGeom>
          <a:solidFill>
            <a:srgbClr val="8B6914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0789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Emits Event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377440" cy="68580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235915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Gets Alert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252728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252728"/>
            <a:ext cx="73152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00200"/>
            <a:ext cx="0" cy="59436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8600" y="3017520"/>
            <a:ext cx="41148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3017520"/>
            <a:ext cx="4114800" cy="347472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Schema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40156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ObjectId (recipient)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— String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— 'credit' | 'debit' | 'system'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isRead — Boolean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— Timestamp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3017520"/>
            <a:ext cx="4114800" cy="3474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Events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410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userId on connect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removes from online map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41422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Map&lt;userId, socketId&gt; tracked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 to socket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4507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pushes to receiver's socketId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24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with refresh token rotation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(Admin / User)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Socket.io transaction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transaction flagging &amp; metadata logging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with MongoDB aggregation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TypeScript across frontend and backend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Zod input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+ MongoDB Atlas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69080" cy="3886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914400"/>
            <a:ext cx="4069080" cy="365760"/>
          </a:xfrm>
          <a:prstGeom prst="rect">
            <a:avLst/>
          </a:prstGeom>
          <a:solidFill>
            <a:srgbClr val="01697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326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335024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3350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2FA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 via email or SMS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901952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901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Limits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139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Daily/monthly spending limits per user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468880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Statements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monthly statements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3035808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0358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Fraud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 detection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3602736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6027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4169664"/>
            <a:ext cx="54864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1696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4407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notification &amp; auth services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79145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github.com/Champion7771/banking-app-project  ·  Built with React, Node.js, MongoDB, Socket.io, TypeScript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899</Words>
  <Application>Microsoft Office PowerPoint</Application>
  <PresentationFormat>On-screen Show (16:9)</PresentationFormat>
  <Paragraphs>247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App Project</dc:title>
  <dc:subject>PptxGenJS Presentation</dc:subject>
  <dc:creator>PptxGenJS</dc:creator>
  <cp:lastModifiedBy>hp</cp:lastModifiedBy>
  <cp:revision>5</cp:revision>
  <dcterms:created xsi:type="dcterms:W3CDTF">2026-05-27T08:43:34Z</dcterms:created>
  <dcterms:modified xsi:type="dcterms:W3CDTF">2026-05-27T19:20:08Z</dcterms:modified>
</cp:coreProperties>
</file>